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8165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22860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 for Multi-Agent Systems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·  Tasks  ·  Tools  ·  Crews  ·  Controlled Autonomy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FOUNDATIONS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CrewAI?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Python framework for multi-agent systems. Agents cooperate by role to finish larger tasks. Built on LiteLLM so one config string switches OpenAI, Groq, Gemini, Anthropic or local models. MIT license. Not a LangChain wrapper — written from scratch for speed and shorter code.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Persona-bound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unit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21488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unit of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assignable work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that affects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world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98280" y="214884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909828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35440" y="2788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that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system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modes: Crews (role-based autonomy — this class) and Flows (event-driven pipelines). Production use: research automation, support routing, content pipelines.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1A233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709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crewai import Agent, Task, Crew, Process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THE DESTINATION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— Controlled Autonomy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(topic + email) → autonomous research + analysis + draft → human approval gate → only then email + Google Drive. Research runs unsupervised; external actions always wait for a person.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Researcher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search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sourced findings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201168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Analyst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3484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 · risks · recommendation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657600" cy="1645920"/>
          </a:xfrm>
          <a:prstGeom prst="roundRect">
            <a:avLst>
              <a:gd name="adj" fmla="val 5556"/>
            </a:avLst>
          </a:prstGeom>
          <a:solidFill>
            <a:srgbClr val="FDF6F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+ Drive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approval → deliver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886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three agents? Each cognitive mode gets its own persona, context and tool boundary. A bug in one stays isolated.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4805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1A2332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4590288"/>
            <a:ext cx="109179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crew.kickoff(inputs={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"topic": "AI adoption in Nigerian fintech 2025",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"email": "user@company.com"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  # pauses for human approval before Gmail / Drive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WHY MULTI-AGENT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vs One Giant Prompt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8EDE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LLM Prompt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Research + analysis + writing in one pass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context holds three cognitive modes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One system prompt, one tool boundary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hallucination forces a full re-run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Hard to test or fix in isolation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23444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EAF2E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AA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Each mode gets its own agent + context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Specialized persona and tools per role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37960" y="3108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Least-privilege tool access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37960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Fix one agent without touching the rest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4206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Structured context passes between tasks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· goal · backstory — The Persona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three required strings become the system message on every LLM call. Highest-leverage, lowest-cost quality lever in the system.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94560" y="196596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job title. Sets identity. “Senior Market Research Analyst” produces different output from “Assistant”.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F1B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063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94560" y="29718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sentences of success criteria for this run. Can embed {topic}. Avoid vague goals — the model will satisfice.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1554480" cy="822960"/>
          </a:xfrm>
          <a:prstGeom prst="roundRect">
            <a:avLst>
              <a:gd name="adj" fmla="val 8889"/>
            </a:avLst>
          </a:prstGeom>
          <a:solidFill>
            <a:srgbClr val="0F1B2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backstory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194560" y="397764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Paragraph of professional history that shapes judgment and tone. Write it like two lines of a LinkedIn bio.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50292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mistake: vague role or goal → generic output. Iterate these three fields more than any other code.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AGENT  · 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src/agents.py — the three agents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11521440" cy="5029200"/>
          </a:xfrm>
          <a:prstGeom prst="roundRect">
            <a:avLst>
              <a:gd name="adj" fmla="val 1455"/>
            </a:avLst>
          </a:prstGeom>
          <a:solidFill>
            <a:srgbClr val="1A233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161288"/>
            <a:ext cx="11192256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crewai import Agent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src.tools import create_tools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create_tools()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researcher = Agent(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role="Market Research Analyst",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goal="Find the latest, accurate info about {topic}. Gather at least 5 key data points.",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backstory="Senior analyst, 10+ years in African tech markets. Verifies claims.",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llm="openai/gpt-4o-mini", tools=tools["search"],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verbose=True, allow_delegation=False,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 = Agent(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role="Industry Analyst",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goal="Identify top 3 opportunities, 2 challenges, 1 recommendation.",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backstory="Expert in evaluating emerging tech markets.",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llm="openai/gpt-4o-mini", tools=[],   # deliberate — reads only from context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verbose=True, allow_delegation=False,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 = Agent(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role="Professional Report Writer",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goal="Write a professional Markdown report about {topic}, then prepare for delivery — only after human approval.",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backstory="Produces executive-level reports. Always delivers on time and in full.",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llm="openai/gpt-4o-mini", tools=tools["delivery"],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verbose=True, allow_delegation=False,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TASK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· expected_output · context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0" y="118872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Manager’s verbal brief in plain English. Can embed {placeholders} filled at kickoff.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expected_output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0" y="20116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checklist the model checks against before stopping. Most under-used quality lever. Underspecifying it is the #1 beginner failure.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283464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prior Task objects. Their full output is injected into this agent. This is how agents communicate.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output_file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0" y="36576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Saves the task result to disk automatically (e.g. output/report.md).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human_input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448056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crew pauses for human response before treating the task as complete.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THE TASK  · 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src/tasks.py — five tasks + approval gate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11521440" cy="5029200"/>
          </a:xfrm>
          <a:prstGeom prst="roundRect">
            <a:avLst>
              <a:gd name="adj" fmla="val 1455"/>
            </a:avLst>
          </a:prstGeom>
          <a:solidFill>
            <a:srgbClr val="1A233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161288"/>
            <a:ext cx="11192256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research_task = Task(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description="Research {topic} thoroughly. Find 5+ key facts.",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expected_output="5-7 findings with data points. Under 400 words.",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agent=researcher,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analysis_task = Task(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description="Analyze {topic} for opportunities and risks.",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agent=analyst, context=[research_task],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report_task = Task(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description="Write a professional Markdown report about {topic}. Do not email or upload yet.",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agent=writer, context=[research_task, analysis_task],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output_file="output/report.md",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approval_task = Task(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description="Present a short summary and ask the human to approve, reject, or request revisions.",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agent=writer, context=[report_task],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human_input=True,                 # pauses the crew here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delivery_task = Task(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description="Only after approval, email the report to {email} and upload to Google Drive.",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agent=writer, context=[report_task, approval_task],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— decision loop &amp; least privilege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is a Python callable the agent can invoke mid-reasoning. CrewAI exposes every tool’s docstring and schema to the model automatically. Vague docstring → missed or wrong tool use.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0F1B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Receive Task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828800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0F1B2D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65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Decide if needed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0F1B2D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965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Select &amp; Call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235440" y="1828800"/>
            <a:ext cx="2788920" cy="594360"/>
          </a:xfrm>
          <a:prstGeom prst="roundRect">
            <a:avLst>
              <a:gd name="adj" fmla="val 12308"/>
            </a:avLst>
          </a:prstGeom>
          <a:solidFill>
            <a:srgbClr val="0F1B2D"/>
          </a:solidFill>
          <a:ln/>
        </p:spPr>
      </p:sp>
      <p:sp>
        <p:nvSpPr>
          <p:cNvPr id="15" name="Text 13"/>
          <p:cNvSpPr/>
          <p:nvPr/>
        </p:nvSpPr>
        <p:spPr>
          <a:xfrm>
            <a:off x="9235440" y="19659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Observe &amp; Reason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tool assignment (least privilege)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11521440" cy="2651760"/>
          </a:xfrm>
          <a:prstGeom prst="roundRect">
            <a:avLst>
              <a:gd name="adj" fmla="val 2759"/>
            </a:avLst>
          </a:prstGeom>
          <a:solidFill>
            <a:srgbClr val="1A2332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172968"/>
            <a:ext cx="111922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src/tools.py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crewai_tools import TavilySearchTool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create_tools() -&gt; dict: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search_tool = TavilySearchTool(max_results=5)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delivery tools from Composio (Gmail + Drive)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"search":   [search_tool],           # researcher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"delivery": [gmail_tool, drive_tool] # writer only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analyst gets tools=[]  — deliberate design, not an omission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THE CREW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src/crew.py &amp; main.py — composition root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11521440" cy="5029200"/>
          </a:xfrm>
          <a:prstGeom prst="roundRect">
            <a:avLst>
              <a:gd name="adj" fmla="val 1455"/>
            </a:avLst>
          </a:prstGeom>
          <a:solidFill>
            <a:srgbClr val="1A233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161288"/>
            <a:ext cx="11192256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src/crew.py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crewai import Crew, Process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src.agents import create_agents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src.tasks import create_tasks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create_crew():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r_ag, a_ag, w_ag = create_agents()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r, a, rpt, appr, dlv = create_tasks(r_ag, a_ag, w_ag)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Crew(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agents=[r_ag, a_ag, w_ag],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tasks=[r, a, rpt, appr, dlv],   # order is the guarantee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process=Process.sequential,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verbose=True,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main.py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src.crew import create_crew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run(topic: str, email: str) -&gt; None: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crew = create_crew()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print("Researching... will pause for approval before Gmail/Drive.")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crew.kickoff(inputs={"topic": topic, "email": email})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 = "AI adoption in Nigerian fintech"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 = "youremail@gmail.com"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run(TOPIC, EMAIL)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CONTROLLED AUTONOMY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Approval Gate — the real guarantee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human_input=True pauses the crew. Task order makes the pause a hard barrier: delivery is last and cannot start until approval returns.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65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report.md written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DF6F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965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3464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human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965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delivery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0" y="1965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0664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report task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0" y="1828800"/>
            <a:ext cx="21488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19659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0" y="23774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+ Drive done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1546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report is the guaranteed artifact. Email and Drive are additive, post-approval channels via Composio (OAuth, no passwords shared).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0040" y="3794760"/>
            <a:ext cx="11521440" cy="1783080"/>
          </a:xfrm>
          <a:prstGeom prst="roundRect">
            <a:avLst>
              <a:gd name="adj" fmla="val 4103"/>
            </a:avLst>
          </a:prstGeom>
          <a:solidFill>
            <a:srgbClr val="1A2332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" y="3904488"/>
            <a:ext cx="1119225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approval_task = Task(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description="Present a short summary and explicitly ask the human to approve, reject, or request revisions.",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agent=writer, context=[report_task],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human_input=True,   # ← crew pauses here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PROJECT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Production-standard directory layout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6949440" cy="4846320"/>
          </a:xfrm>
          <a:prstGeom prst="roundRect">
            <a:avLst>
              <a:gd name="adj" fmla="val 1509"/>
            </a:avLst>
          </a:prstGeom>
          <a:solidFill>
            <a:srgbClr val="1A233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207008"/>
            <a:ext cx="6620256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deep-research-agent/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                 # API keys (never committed)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.gitignore           # lists .env, .venv/, __pycache__/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pyproject.toml / uv.lock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main.py              # thin guarded entry point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utils.py             # centralized key getters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__init__.py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agents.py        # the three Agent definitions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tasks.py         # the five Task definitions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tools.py         # create_tools() factory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crew.py          # composition root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output/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E4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report.md        # auto-saved by output_file=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Tavily, Composio keys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49808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0" y="1965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 getenv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0" y="26517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the work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0" y="3337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tasks.py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0" y="3337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 + approval gate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tools.py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0" y="4023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delivery tools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0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crew.py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0" y="4709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Assembles &amp; runs everything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QA &amp; DEBUGGING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454335" y="256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6355080"/>
            <a:ext cx="11277295" cy="0"/>
          </a:xfrm>
          <a:prstGeom prst="line">
            <a:avLst/>
          </a:prstGeom>
          <a:noFill/>
          <a:ln w="8890">
            <a:solidFill>
              <a:srgbClr val="C9C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+ systematic debugging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output/report.md created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0" y="10972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output_file ran before any approval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expected sections present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0" y="1600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structure honored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obvious hallucination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21031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was actually used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 paused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2606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human_input=True stopped the crew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 path works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0" y="31089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loops back, does not crash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611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Email/Drive only after approval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361188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tools never ran early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&gt; 300 words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41148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truncation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6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rule: always find the last Observation in the verbose log before a failure — it almost always contains the root cause.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85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 after two days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Four classes: Agent · Task · Tool · Crew. Everything else builds on them.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Persona (role / goal / backstory) is the cheapest, highest-leverage quality lever.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expected_output is the acceptance test — underspecifying it is the #1 failure.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337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context=[] is how agents talk; task order is what makes the human gate real.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Tools follow least privilege. Delivery tools only after human_input=True.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Local report is the guaranteed artifact. Email &amp; Drive are post-approval extras.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4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 Debug from the last Observation. Iterate the natural-language fields first.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2072</Words>
  <Application>Microsoft Macintosh PowerPoint</Application>
  <PresentationFormat>Widescreen</PresentationFormat>
  <Paragraphs>281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CrewAI — Two-Day Live Class</dc:title>
  <dc:subject>PptxGenJS Presentation</dc:subject>
  <dc:creator>Applied Agentic AI</dc:creator>
  <cp:lastModifiedBy>Akpevwoghene Ipheghe</cp:lastModifiedBy>
  <cp:revision>3</cp:revision>
  <dcterms:created xsi:type="dcterms:W3CDTF">2026-08-24T20:33:05Z</dcterms:created>
  <dcterms:modified xsi:type="dcterms:W3CDTF">2026-08-25T20:26:53Z</dcterms:modified>
</cp:coreProperties>
</file>